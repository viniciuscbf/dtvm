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514600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667512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7007" y="6583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5295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DE FUNDOS PEQUENOS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6FA"/>
                </a:solidFill>
                <a:latin typeface="Georgia"/>
              </a:rPr>
              <a:t>Administração de fundos: uma nova
receita para a sua financeira.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12848"/>
            <a:ext cx="6281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1FC0EF"/>
                </a:solidFill>
                <a:latin typeface="Calibri"/>
              </a:rPr>
              <a:t>Administração fiduciária de fundos pequenos — proposta de parceria.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86207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0976" y="2788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1527"/>
            <a:ext cx="62819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Você entra com a licença e a estrutura que já tem; a Argus entra com a tecnologia e a operação como prestadora de serviço — você continua o administrador de verdade. Juntos, administramos fundos pequenos, um mercado que os grandes ignoram. A receita de administração começa dividida 50/50 — metade para você — e você não investe em tecnologia nem monta equipe.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414223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50976" y="40690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FAZ SENTIDO PARA UMA FINANCEIRA (SCFI)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44439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398264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Diversificação de receita — recorrente e de baixo custo.</a:t>
            </a:r>
          </a:p>
        </p:txBody>
      </p:sp>
      <p:sp>
        <p:nvSpPr>
          <p:cNvPr id="15" name="Oval 14"/>
          <p:cNvSpPr/>
          <p:nvPr/>
        </p:nvSpPr>
        <p:spPr>
          <a:xfrm>
            <a:off x="649224" y="491947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873752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Sobre a estrutura de instituição financeira que você já tem.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" y="539496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49240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Sem investir em tecnologia nem montar uma equipe de fundos.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" y="587044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24728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Operação documentada e risco controlado, com o seu compliance no controle.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6464808"/>
            <a:ext cx="6281927" cy="84124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66111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A50AC"/>
                </a:solidFill>
                <a:latin typeface="Consolas"/>
              </a:rPr>
              <a:t>SEU PONTO DE PARTIDA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6830568"/>
            <a:ext cx="5769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Você já é instituição financeira com capital. Estruturamos com você a habilitação para administração de fundos e o caminho regulatório — dossiês prontos.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7589520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0976" y="75163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PROVA — NÃO É IDEIA EM GUARDANAPO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7827264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Protótipo operacional funcionando de ponta a ponta (argusdtvm.com.br, dados simulados), do checklist de abertura ao informe diário à CVM. Mapa regulatório levantado e dossiês prontos para protocolar.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8723376"/>
            <a:ext cx="6281927" cy="86868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869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0,08% a.a. + R$ 100/mês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9235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B6C6"/>
                </a:solidFill>
                <a:latin typeface="Calibri"/>
              </a:rPr>
              <a:t>4–5× mais barato — competitivo a partir de R$ 2 milhões de PL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88696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Só 1.277 dos ~31 mil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fundos passam de R$ 1 bi.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A cauda pequena é enorme.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10030967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1014069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contato@argusdtvm.com.br  ·  argusdtvm.com.br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0248" y="1014069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