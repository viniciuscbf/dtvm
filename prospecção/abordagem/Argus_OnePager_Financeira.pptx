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514600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argus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86485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2252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6FA"/>
                </a:solidFill>
                <a:latin typeface="Georgia"/>
              </a:rPr>
              <a:t>A porta que abriu em 2025 — e quase
ninguém percebeu.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6281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C0EF"/>
                </a:solidFill>
                <a:latin typeface="Calibri"/>
              </a:rPr>
              <a:t>Administração fiduciária de fundos — proposta de parceria para a sua financeira.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86207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0976" y="2788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1527"/>
            <a:ext cx="628192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Desde 1º/9/2025, a Resolução CMN 5.237 permite às financeiras (SCFI) administrar carteiras de valores mobiliários (art. 6º, p.u., IV) — uma linha de receita nova que o mercado ainda não explorou. Vocês entram com a instituição; a Argus entra com a tecnologia e a operação como prestadora de serviço. Receita dividida 50/50, sem investir em tecnologia nem contratar equipe.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14223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4069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FAZ SENTIDO PARA A SUA FINANCEIRA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4439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398264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Ser a PRIMEIRA financeira da sua praça a monetizar a Res. 5.237 — vantagem de pioneiro real.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491947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873752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Diversificação recorrente (% do PL) descorrelacionada do ciclo de crédito.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" y="539496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349240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Custódia dos fundos terceirizada com custodiante autorizado — nós estruturamos, vocês não montam nada.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" y="587044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824728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Por ser instituição BCB, vocês podem contratar assessores de investimento para distribuir — canal de captação pronto.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464808"/>
            <a:ext cx="6281927" cy="84124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6111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A50AC"/>
                </a:solidFill>
                <a:latin typeface="Consolas"/>
              </a:rPr>
              <a:t>SEU PONTO DE PARTIDA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6830568"/>
            <a:ext cx="57698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O objeto já comporta (Res. 5.237); falta o registro de administrador fiduciário na CVM — ~60 dias, com o dossiê que entregamos pronto para protocolar.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7589520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0976" y="7516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PROVA — NÃO É IDEIA EM GUARDANAPO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7827264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Protótipo operacional de ponta a ponta no ar (argusdtvm.com.br, dados simulados) — do checklist de abertura ao informe diário à CVM. Dossiês de credenciamento prontos para protocolar: administração fiduciária (prazo legal de 60 dias) e custódia (90 dias), com manuais e matrizes de conformidade.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8723376"/>
            <a:ext cx="6281927" cy="86868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8869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0,08% a.a. + R$ 100/mês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9235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6C6"/>
                </a:solidFill>
                <a:latin typeface="Calibri"/>
              </a:rPr>
              <a:t>4–5× mais barato — competitivo a partir de R$ 2 milhões de PL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8869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Só 1.277 dos ~31 mil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fundos passam de R$ 1 bi.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A cauda pequena é enorme.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9656064"/>
            <a:ext cx="6281927" cy="512064"/>
          </a:xfrm>
          <a:prstGeom prst="roundRect">
            <a:avLst>
              <a:gd name="adj" fmla="val 12000"/>
            </a:avLst>
          </a:prstGeom>
          <a:solidFill>
            <a:srgbClr val="F4F5FB"/>
          </a:solidFill>
          <a:ln w="12700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9756648"/>
            <a:ext cx="57698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Georgia"/>
              </a:rPr>
              <a:t>Queremos mostrar o passo a passo da Res. 5.237 aplicado à sua financeira — 20 minutos com quem construiu a plataforma. É só responder o e-mail que trouxe esta página.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10232136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10341863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contato@argusdtvm.com.br  ·  argusdtvm.com.br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10341863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