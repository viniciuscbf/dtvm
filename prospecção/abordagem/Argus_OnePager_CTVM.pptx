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argus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86485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12252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Da corretagem espremida à receita
recorrente — com a licença que você já 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e custódia de fundos — proposta de parceria.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Vocês entram com a licença e a estrutura que já têm; a Argus entra com a tecnologia e a operação como prestadora de serviço — vocês continuam o administrador de verdade, com o compliance de vocês no controle. Atendemos juntos um mercado que os grandes decidiram ignorar: fundos de R$ 1–10 milhões. A receita de administração começa dividida 50/50 — e vocês não investem em tecnologia nem contratam equipe.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A SUA CORRETORA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Receita recorrente (% do PL, todo mês) para equilibrar a receita transacional de corretagem.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Vocês já são distribuidores natos — captação e base de clientes viram ativo da parceria.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Elegíveis às DUAS licenças CVM: administração fiduciária e custódia (Res. 21 e Res. 32).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Os gestores que hoje só executam com vocês passam a ter os fundos deles DENTRO de casa.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Vocês já são elegíveis. Credenciamento de administrador fiduciário na CVM em ~60 dias, com o dossiê pronto — e a custódia (90 dias) quando a escala justificar.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de ponta a ponta no ar (argusdtvm.com.br, dados simulados) — do checklist de abertura ao informe diário à CVM. Dossiês de credenciamento prontos para protocolar: administração fiduciária (prazo legal de 60 dias) e custódia (90 dias), com manuais e matrizes de conformidade.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9656064"/>
            <a:ext cx="6281927" cy="512064"/>
          </a:xfrm>
          <a:prstGeom prst="roundRect">
            <a:avLst>
              <a:gd name="adj" fmla="val 12000"/>
            </a:avLst>
          </a:prstGeom>
          <a:solidFill>
            <a:srgbClr val="F4F5FB"/>
          </a:solidFill>
          <a:ln w="12700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9756648"/>
            <a:ext cx="57698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Georgia"/>
              </a:rPr>
              <a:t>Queremos apresentar a conta exata para a sua corretora — 20 minutos com quem construiu a plataforma. É só responder o e-mail que trouxe esta página.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10232136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" y="10341863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10341863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